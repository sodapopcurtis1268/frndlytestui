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11430000" cy="73152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7F"/>
                </a:solidFill>
              </a:rPr>
              <a:t>FRNDLY 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Test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C800"/>
                </a:solidFill>
              </a:rPr>
              <a:t>Catching bugs before your customers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B8D"/>
                </a:solidFill>
              </a:rPr>
              <a:t>Powered by Playwright  ·  GitHub Actions  · 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A customer finds a broken feature before we do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Manual testing can't keep up with every release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The same checks get repeated by hand — every time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One missed test = one support ticket, one frustrated subscriber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We have no way to know if a new update broke something at 2 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 Want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657600" cy="347472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800"/>
                </a:solidFill>
              </a:rPr>
              <a:t>Catch Bugs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Find broken features before
customers see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657600" cy="347472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800"/>
                </a:solidFill>
              </a:rPr>
              <a:t>Ship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Every code change tested
automatically in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657600" cy="347472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800"/>
                </a:solidFill>
              </a:rPr>
              <a:t>Measure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Real numbers: how fast does
video load? Is it trending worse?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47F"/>
                </a:solidFill>
              </a:rPr>
              <a:t>Bottom line: we find the problem — not the subscriber.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Playwright?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C800"/>
                </a:solidFill>
              </a:rPr>
              <a:t>Think of it as a robot that operates your website
exactly like a real customer — 24 hours a day, 7 days a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Built by Microsoft  —  the same company behind Windows &amp; Office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Used by Netflix, Spotify, GitHub, and thousands of other companies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Records a VIDEO of every test so you can watch exactly what happened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Completely FREE  —  no per-test charges, no cloud subscription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Runs automatically every time a developer makes a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the Robot Does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02920" cy="47548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01952"/>
            <a:ext cx="502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3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Opens the Frndly TV website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32888"/>
            <a:ext cx="502920" cy="47548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502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3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32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Logs in with a test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45536"/>
            <a:ext cx="502920" cy="47548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8"/>
            <a:ext cx="502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3A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4553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Clicks a channel or movie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58184"/>
            <a:ext cx="502920" cy="47548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39896"/>
            <a:ext cx="502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3A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5818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Measures exactly how many seconds until video plays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70832"/>
            <a:ext cx="502920" cy="47548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52544"/>
            <a:ext cx="502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3A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7083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Takes a screenshot of the playing video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502920" cy="47548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65192"/>
            <a:ext cx="502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3A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83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Navigates through Settings, signs 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96128"/>
            <a:ext cx="502920" cy="47548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502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3A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961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Reports PASS ✅  or  FAIL ❌  with video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We've Built for Frndly 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7F"/>
                </a:solidFill>
              </a:rPr>
              <a:t>Smoke Tests  —  Run in ~2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Login flow works end-to-end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Live TV plays on the home page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Random content row loads &amp; streams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Settings &amp; Sign Out function correctly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FC6"/>
                </a:solidFill>
              </a:rPr>
              <a:t>Regression Tests  —  One per content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17 individual row tests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Fan Favorites, Staff Picks, Most Watched…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Measures load time (TTFF) for each row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Video recorded for every test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45720" cy="384048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47F"/>
                </a:solidFill>
              </a:rPr>
              <a:t>All tests run automatically on GitHub — FREE, no server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Number That Matters Most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029200" cy="347472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TTFF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C800"/>
                </a:solidFill>
              </a:rPr>
              <a:t>Time To First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How many seconds from
'I clicked play'
to 'video is on my screen'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C800"/>
                </a:solidFill>
              </a:rPr>
              <a:t>We measure this every single test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202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7F"/>
                </a:solidFill>
              </a:rPr>
              <a:t>Why does this matter?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60320"/>
            <a:ext cx="6126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 b="1">
                <a:solidFill>
                  <a:srgbClr val="FFC800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Subscribers cancel if video is slow to start</a:t>
            </a:r>
          </a:p>
          <a:p>
            <a:pPr algn="l">
              <a:spcBef>
                <a:spcPts val="500"/>
              </a:spcBef>
            </a:pPr>
            <a:r>
              <a:rPr sz="1700" b="1">
                <a:solidFill>
                  <a:srgbClr val="FFC800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We get an alert if load times get worse after a release</a:t>
            </a:r>
          </a:p>
          <a:p>
            <a:pPr algn="l">
              <a:spcBef>
                <a:spcPts val="500"/>
              </a:spcBef>
            </a:pPr>
            <a:r>
              <a:rPr sz="1700" b="1">
                <a:solidFill>
                  <a:srgbClr val="FFC800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We have proof — with a number — not just 'it felt slow'</a:t>
            </a:r>
          </a:p>
          <a:p>
            <a:pPr algn="l">
              <a:spcBef>
                <a:spcPts val="500"/>
              </a:spcBef>
            </a:pPr>
            <a:r>
              <a:rPr sz="1700" b="1">
                <a:solidFill>
                  <a:srgbClr val="FFC800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Typical result: Live TV starts in under 3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Tests Run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3566160" cy="164592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A3A"/>
                </a:solidFill>
              </a:rPr>
              <a:t>Developer
makes a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5603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03120"/>
            <a:ext cx="3566160" cy="1645920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A3A"/>
                </a:solidFill>
              </a:rPr>
              <a:t>GitHub automatically
runs all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5603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03120"/>
            <a:ext cx="3566160" cy="16459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A3A"/>
                </a:solidFill>
              </a:rPr>
              <a:t>Team gets a PASS
or FAIL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No one has to remember to run tests — it's automatic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Tests complete in about 5 minutes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Full video recordings saved for 30 days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Works while the team sleeps — catches overnight issues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00C47F"/>
                </a:solidFill>
              </a:rPr>
              <a:t>● </a:t>
            </a:r>
            <a:r>
              <a:rPr sz="2000">
                <a:solidFill>
                  <a:srgbClr val="FFFFFF"/>
                </a:solidFill>
              </a:rPr>
              <a:t>Completely free using GitHub's servers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C47F"/>
                </a:solidFill>
              </a:rPr>
              <a:t>🎬 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1.  Open GitHub → Actions tab  (show the test history)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2.  Trigger a manual run  →  watch tests execute in real time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3.  Open the HTML report  →  show PASS / SKIP / FAIL per row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4.  Click a test  →  play the recorded video of the robot browsing Frndly TV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C800"/>
                </a:solidFill>
              </a:rPr>
              <a:t>● </a:t>
            </a:r>
            <a:r>
              <a:rPr sz="2200">
                <a:solidFill>
                  <a:srgbClr val="FFFFFF"/>
                </a:solidFill>
              </a:rPr>
              <a:t>5.  Show the TTFF attachment  →  'Live Now loaded in 2.7 seconds'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One Limitation We Hit — and How We Fix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7132320" cy="2103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800"/>
                </a:solidFill>
              </a:rPr>
              <a:t>🔒  What is DRM?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Movies and on-demand shows are protected by a digital lock called DRM.
Your browser needs a special key from Frndly TV's server to unlock and play them.
In an automated test robot, that key is sometimes refused — just like a bouncer
checking IDs won't let someone in wearing a disguise.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7F"/>
                </a:solidFill>
              </a:rPr>
              <a:t>What happens 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Live TV  →  ✅  Tests PASS  (no DRM on live streams)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Movies / On-Demand  →  ⏭️  Tests SKIP with a clear note</a:t>
            </a:r>
          </a:p>
          <a:p>
            <a:pPr algn="l"/>
            <a:r>
              <a:rPr sz="1600" b="1">
                <a:solidFill>
                  <a:srgbClr val="FFC800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The robot says 'DRM blocked' — not 'something broke'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828800"/>
            <a:ext cx="4114800" cy="438912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7F"/>
                </a:solidFill>
              </a:rPr>
              <a:t>The Fix (3 options)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FFC800"/>
                </a:solidFill>
              </a:rPr>
              <a:t>● </a:t>
            </a:r>
            <a:r>
              <a:rPr sz="1600">
                <a:solidFill>
                  <a:srgbClr val="FFFFFF"/>
                </a:solidFill>
              </a:rPr>
              <a:t>① Whitelist our test account
   (Frndly TV backend team — easiest)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C800"/>
                </a:solidFill>
              </a:rPr>
              <a:t>● </a:t>
            </a:r>
            <a:r>
              <a:rPr sz="1600">
                <a:solidFill>
                  <a:srgbClr val="FFFFFF"/>
                </a:solidFill>
              </a:rPr>
              <a:t>② Staging environment with
   DRM disabled for QA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C800"/>
                </a:solidFill>
              </a:rPr>
              <a:t>● </a:t>
            </a:r>
            <a:r>
              <a:rPr sz="1600">
                <a:solidFill>
                  <a:srgbClr val="FFFFFF"/>
                </a:solidFill>
              </a:rPr>
              <a:t>③ Real-device testing
   (BrowserStack — costs money)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Where We Stand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2743200" cy="2926080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A1A3A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A3A"/>
                </a:solidFill>
              </a:rPr>
              <a:t>Rows
PASSING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03120"/>
            <a:ext cx="2743200" cy="29260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A1A3A"/>
                </a:solidFill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A3A"/>
                </a:solidFill>
              </a:rPr>
              <a:t>Rows
SKIPPED
(DRM — fixable)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743200" cy="292608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Total Row
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103120"/>
            <a:ext cx="2743200" cy="2926080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A1A3A"/>
                </a:solidFill>
              </a:rPr>
              <a:t>&lt;3s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A3A"/>
                </a:solidFill>
              </a:rPr>
              <a:t>Avg Live TV
Load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800"/>
                </a:solidFill>
              </a:rPr>
              <a:t>Once DRM is resolved — all 17 rows become green.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47F"/>
                </a:solidFill>
              </a:rPr>
              <a:t>✅ 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202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Smoke &amp; regression tests running on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47F"/>
                </a:solidFill>
              </a:rPr>
              <a:t>✅ 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786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Video recordings, TTFF measurement, HTML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369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47F"/>
                </a:solidFill>
              </a:rPr>
              <a:t>✅ 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36976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Live TV fully tested — all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9534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00"/>
                </a:solidFill>
              </a:rPr>
              <a:t>🔜  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895344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Get DRM whitelist from Frndly TV backend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00"/>
                </a:solidFill>
              </a:rPr>
              <a:t>🔜  Planned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5371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Expand to mobile viewports (tablet / phone)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00"/>
                </a:solidFill>
              </a:rPr>
              <a:t>🔜  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212079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Nightly scheduled runs + email alerts on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704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00"/>
                </a:solidFill>
              </a:rPr>
              <a:t>🔜  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87044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Performance trending dashboard — TTFF over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108960"/>
            <a:ext cx="11430000" cy="73152"/>
          </a:xfrm>
          <a:prstGeom prst="rect">
            <a:avLst/>
          </a:prstGeom>
          <a:solidFill>
            <a:srgbClr val="00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Our subscribers deserve a product that
works every time they press 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47F"/>
                </a:solidFill>
              </a:rPr>
              <a:t>Automation is how we guarantee that.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C800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